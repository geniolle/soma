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Definição de Funções e Atribuições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Separação por responsabilidades e transações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Atribuiremos a esta função as transações e relatórios transversais a toda a equipa.</a:t>
            </a:r>
          </a:p>
          <a:p>
            <a:r>
              <a:t>Exemplo: Transação FB08 – Estorno de documentos individuais.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Especialista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Atribuiremos a esta função as transações e relatórios exclusivamente para pessoas que sejam identificadas como master no processo.</a:t>
            </a:r>
          </a:p>
          <a:p>
            <a:r>
              <a:t>Exemplo: Transação F.80 – Estorno em massa de documentos.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Funções Individuais a Processos ou Organizações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ZORG_EMPRESA_2010</a:t>
            </a:r>
          </a:p>
          <a:p>
            <a:r>
              <a:t>ZFIN_DADOS_MESTRE_BASIC</a:t>
            </a:r>
          </a:p>
          <a:p>
            <a:r>
              <a:t>ZFIN_DADOS_MESTRE_BASIC_HR</a:t>
            </a:r>
          </a:p>
          <a:p>
            <a:r>
              <a:t>ZFIN_TABLE_FINANCE</a:t>
            </a:r>
          </a:p>
          <a:p>
            <a:r>
              <a:t>ZORG_PERIODOSCONTABEIS_1000</a:t>
            </a:r>
          </a:p>
          <a:p>
            <a:r>
              <a:t>Z_AUTHORITY_LISTADEPRECOS</a:t>
            </a:r>
          </a:p>
          <a:p>
            <a:r>
              <a:t>Z_AUTHORITY_LISTADEPRECOS_EXIB</a:t>
            </a:r>
          </a:p>
          <a:p>
            <a:r>
              <a:t>ZMM_APROVA_PEDC_COD_HU10</a:t>
            </a:r>
          </a:p>
          <a:p>
            <a:r>
              <a:t>ZMM_APROVA_PEDC_COD_J210</a:t>
            </a:r>
          </a:p>
          <a:p>
            <a:r>
              <a:t>ZMM_CRIA_PEDC</a:t>
            </a:r>
          </a:p>
          <a:p>
            <a:r>
              <a:t>ZMM_CRIA_REQC</a:t>
            </a:r>
          </a:p>
          <a:p>
            <a:r>
              <a:t>ZORG_CENTROS_1XXX</a:t>
            </a:r>
          </a:p>
          <a:p>
            <a:r>
              <a:t>ZORG_CENTROS_2XXX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